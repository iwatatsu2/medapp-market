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1"/>
  </p:normalViewPr>
  <p:slideViewPr>
    <p:cSldViewPr snapToGrid="0" snapToObjects="1">
      <p:cViewPr varScale="1">
        <p:scale>
          <a:sx n="109" d="100"/>
          <a:sy n="109" d="100"/>
        </p:scale>
        <p:origin x="77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ワイド画面</PresentationFormat>
  <Paragraphs>0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岩本 達也</cp:lastModifiedBy>
  <cp:revision>1</cp:revision>
  <dcterms:created xsi:type="dcterms:W3CDTF">2013-01-27T09:14:16Z</dcterms:created>
  <dcterms:modified xsi:type="dcterms:W3CDTF">2026-05-01T03:43:40Z</dcterms:modified>
  <cp:category/>
</cp:coreProperties>
</file>