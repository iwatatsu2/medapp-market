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21"/>
    <p:restoredTop sz="94661"/>
  </p:normalViewPr>
  <p:slideViewPr>
    <p:cSldViewPr snapToGrid="0" snapToObjects="1">
      <p:cViewPr varScale="1">
        <p:scale>
          <a:sx n="109" d="100"/>
          <a:sy n="109" d="100"/>
        </p:scale>
        <p:origin x="44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72B66-8FC0-174E-90E0-02031336FF23}" type="datetimeFigureOut">
              <a:rPr kumimoji="1" lang="ja-JP" altLang="en-US" smtClean="0"/>
              <a:t>2026/4/23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A2C22-C55E-3F4C-8C1D-C94B78D65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298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2A2C22-C55E-3F4C-8C1D-C94B78D65C7F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8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1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2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3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4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5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6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7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8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9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0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2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0DA2372-E119-A300-E966-2D6BEFA4ACD0}"/>
              </a:ext>
            </a:extLst>
          </p:cNvPr>
          <p:cNvSpPr/>
          <p:nvPr/>
        </p:nvSpPr>
        <p:spPr>
          <a:xfrm>
            <a:off x="3893126" y="5001489"/>
            <a:ext cx="7980219" cy="1648691"/>
          </a:xfrm>
          <a:prstGeom prst="rect">
            <a:avLst/>
          </a:prstGeom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アンター株式会社 | Chuo-ku Tokyo">
            <a:extLst>
              <a:ext uri="{FF2B5EF4-FFF2-40B4-BE49-F238E27FC236}">
                <a16:creationId xmlns:a16="http://schemas.microsoft.com/office/drawing/2014/main" id="{0D229263-E782-2776-558B-47CD70A5C9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57" t="37039" r="4054" b="32003"/>
          <a:stretch>
            <a:fillRect/>
          </a:stretch>
        </p:blipFill>
        <p:spPr>
          <a:xfrm>
            <a:off x="9570194" y="5489641"/>
            <a:ext cx="2109188" cy="7321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図 3" descr="ツイッター x 新しいロゴ スクエア x の アイコン">
            <a:extLst>
              <a:ext uri="{FF2B5EF4-FFF2-40B4-BE49-F238E27FC236}">
                <a16:creationId xmlns:a16="http://schemas.microsoft.com/office/drawing/2014/main" id="{CF671133-326A-83F3-CAED-3224C622D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00" y="5015346"/>
            <a:ext cx="2223049" cy="1623868"/>
          </a:xfrm>
          <a:prstGeom prst="rect">
            <a:avLst/>
          </a:prstGeom>
        </p:spPr>
      </p:pic>
      <p:pic>
        <p:nvPicPr>
          <p:cNvPr id="5" name="図 4" descr="社会 instagram の アイコン">
            <a:extLst>
              <a:ext uri="{FF2B5EF4-FFF2-40B4-BE49-F238E27FC236}">
                <a16:creationId xmlns:a16="http://schemas.microsoft.com/office/drawing/2014/main" id="{4C42B1A9-1F43-84F3-7D23-928B59617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5855" y="5209310"/>
            <a:ext cx="1251526" cy="1251526"/>
          </a:xfrm>
          <a:prstGeom prst="rect">
            <a:avLst/>
          </a:prstGeom>
        </p:spPr>
      </p:pic>
      <p:pic>
        <p:nvPicPr>
          <p:cNvPr id="6" name="図 5" descr="noteはロゴをリニューアルしました | note株式会社のプレスリリース">
            <a:extLst>
              <a:ext uri="{FF2B5EF4-FFF2-40B4-BE49-F238E27FC236}">
                <a16:creationId xmlns:a16="http://schemas.microsoft.com/office/drawing/2014/main" id="{184D380E-3831-A992-7EE1-FD27470161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508" t="25381" r="12953" b="23110"/>
          <a:stretch>
            <a:fillRect/>
          </a:stretch>
        </p:blipFill>
        <p:spPr>
          <a:xfrm>
            <a:off x="7356762" y="5501319"/>
            <a:ext cx="1939637" cy="7204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D628F5-32DF-056A-6E40-3ACB70AE2354}"/>
              </a:ext>
            </a:extLst>
          </p:cNvPr>
          <p:cNvSpPr txBox="1"/>
          <p:nvPr/>
        </p:nvSpPr>
        <p:spPr>
          <a:xfrm>
            <a:off x="7024255" y="5029200"/>
            <a:ext cx="206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各種</a:t>
            </a:r>
            <a:r>
              <a:rPr kumimoji="1" lang="en-US" altLang="ja-JP" b="1" dirty="0">
                <a:latin typeface="Meiryo" panose="020B0604030504040204" pitchFamily="34" charset="-128"/>
                <a:ea typeface="Meiryo" panose="020B0604030504040204" pitchFamily="34" charset="-128"/>
              </a:rPr>
              <a:t>SNS</a:t>
            </a:r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投稿中！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E0B71B8-0945-8692-245F-4FFE6E75A5A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728" r="63732"/>
          <a:stretch>
            <a:fillRect/>
          </a:stretch>
        </p:blipFill>
        <p:spPr>
          <a:xfrm>
            <a:off x="9126977" y="1625081"/>
            <a:ext cx="2490592" cy="7006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右矢印 13">
            <a:extLst>
              <a:ext uri="{FF2B5EF4-FFF2-40B4-BE49-F238E27FC236}">
                <a16:creationId xmlns:a16="http://schemas.microsoft.com/office/drawing/2014/main" id="{981C2C50-0E66-6AD9-8598-9231D9FBDB06}"/>
              </a:ext>
            </a:extLst>
          </p:cNvPr>
          <p:cNvSpPr/>
          <p:nvPr/>
        </p:nvSpPr>
        <p:spPr>
          <a:xfrm>
            <a:off x="7843429" y="1549758"/>
            <a:ext cx="928255" cy="789709"/>
          </a:xfrm>
          <a:prstGeom prst="rightArrow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7046D9A-A83A-230F-CB56-12A0A4B67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0" r="3166" b="-2"/>
          <a:stretch>
            <a:fillRect/>
          </a:stretch>
        </p:blipFill>
        <p:spPr>
          <a:xfrm>
            <a:off x="5622233" y="1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2" name="Picture 1" descr="slide13_new.png"/>
          <p:cNvPicPr>
            <a:picLocks noChangeAspect="1"/>
          </p:cNvPicPr>
          <p:nvPr/>
        </p:nvPicPr>
        <p:blipFill>
          <a:blip r:embed="rId3"/>
          <a:srcRect b="34080"/>
          <a:stretch>
            <a:fillRect/>
          </a:stretch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213D5E5-DD3A-2254-4786-9BAF525662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678" r="25098"/>
          <a:stretch>
            <a:fillRect/>
          </a:stretch>
        </p:blipFill>
        <p:spPr>
          <a:xfrm>
            <a:off x="20" y="10"/>
            <a:ext cx="7503091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</Words>
  <Application>Microsoft Macintosh PowerPoint</Application>
  <PresentationFormat>ワイド画面</PresentationFormat>
  <Paragraphs>2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Meiryo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岩本 達也</cp:lastModifiedBy>
  <cp:revision>3</cp:revision>
  <dcterms:created xsi:type="dcterms:W3CDTF">2013-01-27T09:14:16Z</dcterms:created>
  <dcterms:modified xsi:type="dcterms:W3CDTF">2026-04-23T08:48:14Z</dcterms:modified>
  <cp:category/>
</cp:coreProperties>
</file>